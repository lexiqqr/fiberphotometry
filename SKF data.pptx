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83" d="100"/>
          <a:sy n="83" d="100"/>
        </p:scale>
        <p:origin x="30" y="4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\\Volumes\NO%20NAME\fM14%20x%20D1Rcre_OF_14%20wks_11-1-2016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\\Volumes\NO%20NAME\fM14%20x%20D1Rcre_OF_14%20wks_11-1-2016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6266185476815402E-2"/>
          <c:y val="6.9919072615923006E-2"/>
          <c:w val="0.71613779527559096"/>
          <c:h val="0.83261956838728501"/>
        </c:manualLayout>
      </c:layout>
      <c:barChart>
        <c:barDir val="col"/>
        <c:grouping val="clustered"/>
        <c:varyColors val="0"/>
        <c:ser>
          <c:idx val="0"/>
          <c:order val="0"/>
          <c:tx>
            <c:v>Control</c:v>
          </c:tx>
          <c:spPr>
            <a:ln>
              <a:solidFill>
                <a:srgbClr val="0070C0"/>
              </a:solidFill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solidFill>
                  <a:srgbClr val="0070C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AA34-483F-9A7A-C8B56FA01EB0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solidFill>
                  <a:srgbClr val="0070C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AA34-483F-9A7A-C8B56FA01EB0}"/>
              </c:ext>
            </c:extLst>
          </c:dPt>
          <c:errBars>
            <c:errBarType val="both"/>
            <c:errValType val="cust"/>
            <c:noEndCap val="0"/>
            <c:plus>
              <c:numRef>
                <c:f>(Sheet1!$C$19,Sheet1!$F$19)</c:f>
                <c:numCache>
                  <c:formatCode>General</c:formatCode>
                  <c:ptCount val="2"/>
                  <c:pt idx="0">
                    <c:v>375.85751588821341</c:v>
                  </c:pt>
                  <c:pt idx="1">
                    <c:v>597.85863840280638</c:v>
                  </c:pt>
                </c:numCache>
              </c:numRef>
            </c:plus>
            <c:minus>
              <c:numRef>
                <c:f>(Sheet1!$C$19,Sheet1!$F$19)</c:f>
                <c:numCache>
                  <c:formatCode>General</c:formatCode>
                  <c:ptCount val="2"/>
                  <c:pt idx="0">
                    <c:v>375.85751588821341</c:v>
                  </c:pt>
                  <c:pt idx="1">
                    <c:v>597.85863840280638</c:v>
                  </c:pt>
                </c:numCache>
              </c:numRef>
            </c:minus>
          </c:errBars>
          <c:val>
            <c:numRef>
              <c:f>(Sheet1!$C$18,Sheet1!$F$18)</c:f>
              <c:numCache>
                <c:formatCode>General</c:formatCode>
                <c:ptCount val="2"/>
                <c:pt idx="0">
                  <c:v>4951.2614285714299</c:v>
                </c:pt>
                <c:pt idx="1">
                  <c:v>9988.2350000000006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A34-483F-9A7A-C8B56FA01EB0}"/>
            </c:ext>
          </c:extLst>
        </c:ser>
        <c:ser>
          <c:idx val="1"/>
          <c:order val="1"/>
          <c:tx>
            <c:v> f/f cre+</c:v>
          </c:tx>
          <c:spPr>
            <a:solidFill>
              <a:schemeClr val="bg1"/>
            </a:solidFill>
            <a:ln>
              <a:solidFill>
                <a:srgbClr val="7030A0"/>
              </a:solidFill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solidFill>
                  <a:srgbClr val="951208"/>
                </a:solidFill>
              </a:ln>
            </c:spPr>
            <c:extLst>
              <c:ext xmlns:c16="http://schemas.microsoft.com/office/drawing/2014/chart" uri="{C3380CC4-5D6E-409C-BE32-E72D297353CC}">
                <c16:uniqueId val="{00000006-AA34-483F-9A7A-C8B56FA01EB0}"/>
              </c:ext>
            </c:extLst>
          </c:dPt>
          <c:dPt>
            <c:idx val="1"/>
            <c:invertIfNegative val="0"/>
            <c:bubble3D val="0"/>
            <c:spPr>
              <a:solidFill>
                <a:srgbClr val="E25936"/>
              </a:solidFill>
              <a:ln>
                <a:solidFill>
                  <a:srgbClr val="951208"/>
                </a:solidFill>
              </a:ln>
            </c:spPr>
            <c:extLst>
              <c:ext xmlns:c16="http://schemas.microsoft.com/office/drawing/2014/chart" uri="{C3380CC4-5D6E-409C-BE32-E72D297353CC}">
                <c16:uniqueId val="{00000008-AA34-483F-9A7A-C8B56FA01EB0}"/>
              </c:ext>
            </c:extLst>
          </c:dPt>
          <c:errBars>
            <c:errBarType val="both"/>
            <c:errValType val="cust"/>
            <c:noEndCap val="0"/>
            <c:plus>
              <c:numRef>
                <c:f>(Sheet1!$C$21,Sheet1!$F$21)</c:f>
                <c:numCache>
                  <c:formatCode>General</c:formatCode>
                  <c:ptCount val="2"/>
                  <c:pt idx="0">
                    <c:v>842.5295907169708</c:v>
                  </c:pt>
                  <c:pt idx="1">
                    <c:v>2902.249699461453</c:v>
                  </c:pt>
                </c:numCache>
              </c:numRef>
            </c:plus>
            <c:minus>
              <c:numRef>
                <c:f>(Sheet1!$C$21,Sheet1!$F$21)</c:f>
                <c:numCache>
                  <c:formatCode>General</c:formatCode>
                  <c:ptCount val="2"/>
                  <c:pt idx="0">
                    <c:v>842.5295907169708</c:v>
                  </c:pt>
                  <c:pt idx="1">
                    <c:v>2902.249699461453</c:v>
                  </c:pt>
                </c:numCache>
              </c:numRef>
            </c:minus>
          </c:errBars>
          <c:val>
            <c:numRef>
              <c:f>(Sheet1!$C$20,Sheet1!$F$20)</c:f>
              <c:numCache>
                <c:formatCode>General</c:formatCode>
                <c:ptCount val="2"/>
                <c:pt idx="0">
                  <c:v>5162.0912500000004</c:v>
                </c:pt>
                <c:pt idx="1">
                  <c:v>17948.517500000002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AA34-483F-9A7A-C8B56FA01E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8"/>
        <c:overlap val="-27"/>
        <c:axId val="-2118758184"/>
        <c:axId val="-2118754728"/>
      </c:barChart>
      <c:catAx>
        <c:axId val="-2118758184"/>
        <c:scaling>
          <c:orientation val="minMax"/>
        </c:scaling>
        <c:delete val="0"/>
        <c:axPos val="b"/>
        <c:majorTickMark val="out"/>
        <c:minorTickMark val="none"/>
        <c:tickLblPos val="none"/>
        <c:spPr>
          <a:ln>
            <a:solidFill>
              <a:schemeClr val="bg1">
                <a:lumMod val="75000"/>
              </a:schemeClr>
            </a:solidFill>
          </a:ln>
        </c:spPr>
        <c:crossAx val="-2118754728"/>
        <c:crosses val="autoZero"/>
        <c:auto val="1"/>
        <c:lblAlgn val="ctr"/>
        <c:lblOffset val="100"/>
        <c:noMultiLvlLbl val="0"/>
      </c:catAx>
      <c:valAx>
        <c:axId val="-2118754728"/>
        <c:scaling>
          <c:orientation val="minMax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chemeClr val="bg1">
                <a:lumMod val="75000"/>
              </a:schemeClr>
            </a:solidFill>
          </a:ln>
        </c:spPr>
        <c:txPr>
          <a:bodyPr/>
          <a:lstStyle/>
          <a:p>
            <a: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pPr>
            <a:endParaRPr lang="en-US"/>
          </a:p>
        </c:txPr>
        <c:crossAx val="-2118758184"/>
        <c:crosses val="autoZero"/>
        <c:crossBetween val="between"/>
        <c:majorUnit val="5000"/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smoothMarker"/>
        <c:varyColors val="0"/>
        <c:ser>
          <c:idx val="0"/>
          <c:order val="0"/>
          <c:tx>
            <c:v>Control SKF</c:v>
          </c:tx>
          <c:spPr>
            <a:ln w="12700" cap="rnd">
              <a:solidFill>
                <a:srgbClr val="1A8C92"/>
              </a:solidFill>
              <a:round/>
            </a:ln>
            <a:effectLst/>
          </c:spPr>
          <c:marker>
            <c:symbol val="circle"/>
            <c:size val="9"/>
            <c:spPr>
              <a:solidFill>
                <a:schemeClr val="accent1"/>
              </a:solidFill>
              <a:ln w="9525">
                <a:solidFill>
                  <a:srgbClr val="0070C0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Sheet1!$I$25:$I$84</c:f>
                <c:numCache>
                  <c:formatCode>General</c:formatCode>
                  <c:ptCount val="60"/>
                  <c:pt idx="0">
                    <c:v>25.326244912453379</c:v>
                  </c:pt>
                  <c:pt idx="1">
                    <c:v>21.991978232348359</c:v>
                  </c:pt>
                  <c:pt idx="2">
                    <c:v>19.595375960021261</c:v>
                  </c:pt>
                  <c:pt idx="3">
                    <c:v>21.81998578966304</c:v>
                  </c:pt>
                  <c:pt idx="4">
                    <c:v>22.6513842010555</c:v>
                  </c:pt>
                  <c:pt idx="5">
                    <c:v>9.1729527859252151</c:v>
                  </c:pt>
                  <c:pt idx="6">
                    <c:v>14.991471157822071</c:v>
                  </c:pt>
                  <c:pt idx="7">
                    <c:v>26.819237891636721</c:v>
                  </c:pt>
                  <c:pt idx="8">
                    <c:v>19.37360322802677</c:v>
                  </c:pt>
                  <c:pt idx="9">
                    <c:v>6.804599471013395</c:v>
                  </c:pt>
                  <c:pt idx="10">
                    <c:v>28.115980429926029</c:v>
                  </c:pt>
                  <c:pt idx="11">
                    <c:v>25.246104039239661</c:v>
                  </c:pt>
                  <c:pt idx="12">
                    <c:v>41.772714575855382</c:v>
                  </c:pt>
                  <c:pt idx="13">
                    <c:v>50.431780599209013</c:v>
                  </c:pt>
                  <c:pt idx="14">
                    <c:v>44.430387903601989</c:v>
                  </c:pt>
                  <c:pt idx="15">
                    <c:v>53.9556759250707</c:v>
                  </c:pt>
                  <c:pt idx="16">
                    <c:v>30.15948620097392</c:v>
                  </c:pt>
                  <c:pt idx="17">
                    <c:v>38.507441723638131</c:v>
                  </c:pt>
                  <c:pt idx="18">
                    <c:v>15.63470025986763</c:v>
                  </c:pt>
                  <c:pt idx="19">
                    <c:v>45.173715905724002</c:v>
                  </c:pt>
                  <c:pt idx="20">
                    <c:v>29.162730752986381</c:v>
                  </c:pt>
                  <c:pt idx="21">
                    <c:v>31.1647927916691</c:v>
                  </c:pt>
                  <c:pt idx="22">
                    <c:v>31.300510987529279</c:v>
                  </c:pt>
                  <c:pt idx="23">
                    <c:v>25.531294022226199</c:v>
                  </c:pt>
                  <c:pt idx="24">
                    <c:v>29.36665211837251</c:v>
                  </c:pt>
                  <c:pt idx="25">
                    <c:v>30.380910478837041</c:v>
                  </c:pt>
                  <c:pt idx="26">
                    <c:v>37.382588727797803</c:v>
                  </c:pt>
                  <c:pt idx="27">
                    <c:v>39.777237301892143</c:v>
                  </c:pt>
                  <c:pt idx="28">
                    <c:v>26.784123142035401</c:v>
                  </c:pt>
                  <c:pt idx="29">
                    <c:v>35.088605966840028</c:v>
                  </c:pt>
                  <c:pt idx="30">
                    <c:v>40.977086240174437</c:v>
                  </c:pt>
                  <c:pt idx="31">
                    <c:v>33.978797295074543</c:v>
                  </c:pt>
                  <c:pt idx="32">
                    <c:v>32.554987679444032</c:v>
                  </c:pt>
                  <c:pt idx="33">
                    <c:v>31.775402956360779</c:v>
                  </c:pt>
                  <c:pt idx="34">
                    <c:v>17.564167983957411</c:v>
                  </c:pt>
                  <c:pt idx="35">
                    <c:v>37.320210856596518</c:v>
                  </c:pt>
                  <c:pt idx="36">
                    <c:v>35.654702626730057</c:v>
                  </c:pt>
                  <c:pt idx="37">
                    <c:v>38.738542268805801</c:v>
                  </c:pt>
                  <c:pt idx="38">
                    <c:v>35.851573244565323</c:v>
                  </c:pt>
                  <c:pt idx="39">
                    <c:v>37.98191547978999</c:v>
                  </c:pt>
                  <c:pt idx="40">
                    <c:v>40.408320198107099</c:v>
                  </c:pt>
                  <c:pt idx="41">
                    <c:v>34.250720913633593</c:v>
                  </c:pt>
                  <c:pt idx="42">
                    <c:v>32.498506241174461</c:v>
                  </c:pt>
                  <c:pt idx="43">
                    <c:v>32.221182337174803</c:v>
                  </c:pt>
                  <c:pt idx="44">
                    <c:v>33.657241450664827</c:v>
                  </c:pt>
                  <c:pt idx="45">
                    <c:v>43.659592239296472</c:v>
                  </c:pt>
                  <c:pt idx="46">
                    <c:v>40.779836154783041</c:v>
                  </c:pt>
                  <c:pt idx="47">
                    <c:v>31.88958721512677</c:v>
                  </c:pt>
                  <c:pt idx="48">
                    <c:v>24.211551893034269</c:v>
                  </c:pt>
                  <c:pt idx="49">
                    <c:v>35.227563233183403</c:v>
                  </c:pt>
                  <c:pt idx="50">
                    <c:v>24.223772915597181</c:v>
                  </c:pt>
                  <c:pt idx="51">
                    <c:v>10.89305890278656</c:v>
                  </c:pt>
                  <c:pt idx="52">
                    <c:v>40.366585257593293</c:v>
                  </c:pt>
                  <c:pt idx="53">
                    <c:v>39.135109378101902</c:v>
                  </c:pt>
                  <c:pt idx="54">
                    <c:v>22.525827664035202</c:v>
                  </c:pt>
                  <c:pt idx="55">
                    <c:v>21.288040867504979</c:v>
                  </c:pt>
                  <c:pt idx="56">
                    <c:v>23.4754779685892</c:v>
                  </c:pt>
                  <c:pt idx="57">
                    <c:v>27.61355917436428</c:v>
                  </c:pt>
                  <c:pt idx="58">
                    <c:v>27.879117917078919</c:v>
                  </c:pt>
                  <c:pt idx="59">
                    <c:v>22.937516434935819</c:v>
                  </c:pt>
                </c:numCache>
              </c:numRef>
            </c:plus>
            <c:minus>
              <c:numRef>
                <c:f>Sheet1!$I$25:$I$84</c:f>
                <c:numCache>
                  <c:formatCode>General</c:formatCode>
                  <c:ptCount val="60"/>
                  <c:pt idx="0">
                    <c:v>25.326244912453379</c:v>
                  </c:pt>
                  <c:pt idx="1">
                    <c:v>21.991978232348359</c:v>
                  </c:pt>
                  <c:pt idx="2">
                    <c:v>19.595375960021261</c:v>
                  </c:pt>
                  <c:pt idx="3">
                    <c:v>21.81998578966304</c:v>
                  </c:pt>
                  <c:pt idx="4">
                    <c:v>22.6513842010555</c:v>
                  </c:pt>
                  <c:pt idx="5">
                    <c:v>9.1729527859252151</c:v>
                  </c:pt>
                  <c:pt idx="6">
                    <c:v>14.991471157822071</c:v>
                  </c:pt>
                  <c:pt idx="7">
                    <c:v>26.819237891636721</c:v>
                  </c:pt>
                  <c:pt idx="8">
                    <c:v>19.37360322802677</c:v>
                  </c:pt>
                  <c:pt idx="9">
                    <c:v>6.804599471013395</c:v>
                  </c:pt>
                  <c:pt idx="10">
                    <c:v>28.115980429926029</c:v>
                  </c:pt>
                  <c:pt idx="11">
                    <c:v>25.246104039239661</c:v>
                  </c:pt>
                  <c:pt idx="12">
                    <c:v>41.772714575855382</c:v>
                  </c:pt>
                  <c:pt idx="13">
                    <c:v>50.431780599209013</c:v>
                  </c:pt>
                  <c:pt idx="14">
                    <c:v>44.430387903601989</c:v>
                  </c:pt>
                  <c:pt idx="15">
                    <c:v>53.9556759250707</c:v>
                  </c:pt>
                  <c:pt idx="16">
                    <c:v>30.15948620097392</c:v>
                  </c:pt>
                  <c:pt idx="17">
                    <c:v>38.507441723638131</c:v>
                  </c:pt>
                  <c:pt idx="18">
                    <c:v>15.63470025986763</c:v>
                  </c:pt>
                  <c:pt idx="19">
                    <c:v>45.173715905724002</c:v>
                  </c:pt>
                  <c:pt idx="20">
                    <c:v>29.162730752986381</c:v>
                  </c:pt>
                  <c:pt idx="21">
                    <c:v>31.1647927916691</c:v>
                  </c:pt>
                  <c:pt idx="22">
                    <c:v>31.300510987529279</c:v>
                  </c:pt>
                  <c:pt idx="23">
                    <c:v>25.531294022226199</c:v>
                  </c:pt>
                  <c:pt idx="24">
                    <c:v>29.36665211837251</c:v>
                  </c:pt>
                  <c:pt idx="25">
                    <c:v>30.380910478837041</c:v>
                  </c:pt>
                  <c:pt idx="26">
                    <c:v>37.382588727797803</c:v>
                  </c:pt>
                  <c:pt idx="27">
                    <c:v>39.777237301892143</c:v>
                  </c:pt>
                  <c:pt idx="28">
                    <c:v>26.784123142035401</c:v>
                  </c:pt>
                  <c:pt idx="29">
                    <c:v>35.088605966840028</c:v>
                  </c:pt>
                  <c:pt idx="30">
                    <c:v>40.977086240174437</c:v>
                  </c:pt>
                  <c:pt idx="31">
                    <c:v>33.978797295074543</c:v>
                  </c:pt>
                  <c:pt idx="32">
                    <c:v>32.554987679444032</c:v>
                  </c:pt>
                  <c:pt idx="33">
                    <c:v>31.775402956360779</c:v>
                  </c:pt>
                  <c:pt idx="34">
                    <c:v>17.564167983957411</c:v>
                  </c:pt>
                  <c:pt idx="35">
                    <c:v>37.320210856596518</c:v>
                  </c:pt>
                  <c:pt idx="36">
                    <c:v>35.654702626730057</c:v>
                  </c:pt>
                  <c:pt idx="37">
                    <c:v>38.738542268805801</c:v>
                  </c:pt>
                  <c:pt idx="38">
                    <c:v>35.851573244565323</c:v>
                  </c:pt>
                  <c:pt idx="39">
                    <c:v>37.98191547978999</c:v>
                  </c:pt>
                  <c:pt idx="40">
                    <c:v>40.408320198107099</c:v>
                  </c:pt>
                  <c:pt idx="41">
                    <c:v>34.250720913633593</c:v>
                  </c:pt>
                  <c:pt idx="42">
                    <c:v>32.498506241174461</c:v>
                  </c:pt>
                  <c:pt idx="43">
                    <c:v>32.221182337174803</c:v>
                  </c:pt>
                  <c:pt idx="44">
                    <c:v>33.657241450664827</c:v>
                  </c:pt>
                  <c:pt idx="45">
                    <c:v>43.659592239296472</c:v>
                  </c:pt>
                  <c:pt idx="46">
                    <c:v>40.779836154783041</c:v>
                  </c:pt>
                  <c:pt idx="47">
                    <c:v>31.88958721512677</c:v>
                  </c:pt>
                  <c:pt idx="48">
                    <c:v>24.211551893034269</c:v>
                  </c:pt>
                  <c:pt idx="49">
                    <c:v>35.227563233183403</c:v>
                  </c:pt>
                  <c:pt idx="50">
                    <c:v>24.223772915597181</c:v>
                  </c:pt>
                  <c:pt idx="51">
                    <c:v>10.89305890278656</c:v>
                  </c:pt>
                  <c:pt idx="52">
                    <c:v>40.366585257593293</c:v>
                  </c:pt>
                  <c:pt idx="53">
                    <c:v>39.135109378101902</c:v>
                  </c:pt>
                  <c:pt idx="54">
                    <c:v>22.525827664035202</c:v>
                  </c:pt>
                  <c:pt idx="55">
                    <c:v>21.288040867504979</c:v>
                  </c:pt>
                  <c:pt idx="56">
                    <c:v>23.4754779685892</c:v>
                  </c:pt>
                  <c:pt idx="57">
                    <c:v>27.61355917436428</c:v>
                  </c:pt>
                  <c:pt idx="58">
                    <c:v>27.879117917078919</c:v>
                  </c:pt>
                  <c:pt idx="59">
                    <c:v>22.937516434935819</c:v>
                  </c:pt>
                </c:numCache>
              </c:numRef>
            </c:minus>
            <c:spPr>
              <a:noFill/>
              <a:ln w="9525" cap="flat" cmpd="sng" algn="ctr">
                <a:solidFill>
                  <a:srgbClr val="0070C0"/>
                </a:solidFill>
                <a:round/>
              </a:ln>
              <a:effectLst/>
            </c:spPr>
          </c:errBars>
          <c:xVal>
            <c:numRef>
              <c:f>Sheet1!$A$25:$A$84</c:f>
              <c:numCache>
                <c:formatCode>General</c:formatCode>
                <c:ptCount val="6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</c:numCache>
            </c:numRef>
          </c:xVal>
          <c:yVal>
            <c:numRef>
              <c:f>Sheet1!$H$25:$H$84</c:f>
              <c:numCache>
                <c:formatCode>General</c:formatCode>
                <c:ptCount val="60"/>
                <c:pt idx="0">
                  <c:v>262.88944217136941</c:v>
                </c:pt>
                <c:pt idx="1">
                  <c:v>167.24019674573611</c:v>
                </c:pt>
                <c:pt idx="2">
                  <c:v>126.0013905065402</c:v>
                </c:pt>
                <c:pt idx="3">
                  <c:v>118.8270146506176</c:v>
                </c:pt>
                <c:pt idx="4">
                  <c:v>125.2942815099444</c:v>
                </c:pt>
                <c:pt idx="5">
                  <c:v>157.42285924639029</c:v>
                </c:pt>
                <c:pt idx="6">
                  <c:v>111.7228585447584</c:v>
                </c:pt>
                <c:pt idx="7">
                  <c:v>119.1312220130647</c:v>
                </c:pt>
                <c:pt idx="8">
                  <c:v>114.0004599537167</c:v>
                </c:pt>
                <c:pt idx="9">
                  <c:v>126.9071467944553</c:v>
                </c:pt>
                <c:pt idx="10">
                  <c:v>81.140316743510127</c:v>
                </c:pt>
                <c:pt idx="11">
                  <c:v>129.80696330411101</c:v>
                </c:pt>
                <c:pt idx="12">
                  <c:v>135.25036849975581</c:v>
                </c:pt>
                <c:pt idx="13">
                  <c:v>158.54327147134691</c:v>
                </c:pt>
                <c:pt idx="14">
                  <c:v>185.26837373461041</c:v>
                </c:pt>
                <c:pt idx="15">
                  <c:v>212.87837865012051</c:v>
                </c:pt>
                <c:pt idx="16">
                  <c:v>175.20375845091689</c:v>
                </c:pt>
                <c:pt idx="17">
                  <c:v>157.4210753713335</c:v>
                </c:pt>
                <c:pt idx="18">
                  <c:v>139.925379896164</c:v>
                </c:pt>
                <c:pt idx="19">
                  <c:v>187.05934941640911</c:v>
                </c:pt>
                <c:pt idx="20">
                  <c:v>147.75942465918379</c:v>
                </c:pt>
                <c:pt idx="21">
                  <c:v>165.49643443822859</c:v>
                </c:pt>
                <c:pt idx="22">
                  <c:v>199.13723926544179</c:v>
                </c:pt>
                <c:pt idx="23">
                  <c:v>182.94108465739649</c:v>
                </c:pt>
                <c:pt idx="24">
                  <c:v>185.53737205777841</c:v>
                </c:pt>
                <c:pt idx="25">
                  <c:v>176.38064514739179</c:v>
                </c:pt>
                <c:pt idx="26">
                  <c:v>158.7105436597553</c:v>
                </c:pt>
                <c:pt idx="27">
                  <c:v>173.27832832336441</c:v>
                </c:pt>
                <c:pt idx="28">
                  <c:v>160.082008777346</c:v>
                </c:pt>
                <c:pt idx="29">
                  <c:v>227.67570097105829</c:v>
                </c:pt>
                <c:pt idx="30">
                  <c:v>156.13923526832019</c:v>
                </c:pt>
                <c:pt idx="31">
                  <c:v>156.0779662540981</c:v>
                </c:pt>
                <c:pt idx="32">
                  <c:v>159.71078887666999</c:v>
                </c:pt>
                <c:pt idx="33">
                  <c:v>174.97688579218709</c:v>
                </c:pt>
                <c:pt idx="34">
                  <c:v>181.43406493323189</c:v>
                </c:pt>
                <c:pt idx="35">
                  <c:v>143.9370376280375</c:v>
                </c:pt>
                <c:pt idx="36">
                  <c:v>165.8437245028361</c:v>
                </c:pt>
                <c:pt idx="37">
                  <c:v>167.00747199058509</c:v>
                </c:pt>
                <c:pt idx="38">
                  <c:v>178.91403429848799</c:v>
                </c:pt>
                <c:pt idx="39">
                  <c:v>145.54207488468711</c:v>
                </c:pt>
                <c:pt idx="40">
                  <c:v>139.28099872044149</c:v>
                </c:pt>
                <c:pt idx="41">
                  <c:v>151.96777408123029</c:v>
                </c:pt>
                <c:pt idx="42">
                  <c:v>183.66812274796621</c:v>
                </c:pt>
                <c:pt idx="43">
                  <c:v>138.77313978672021</c:v>
                </c:pt>
                <c:pt idx="44">
                  <c:v>144.8634148887227</c:v>
                </c:pt>
                <c:pt idx="45">
                  <c:v>139.60355828148971</c:v>
                </c:pt>
                <c:pt idx="46">
                  <c:v>163.40730587414319</c:v>
                </c:pt>
                <c:pt idx="47">
                  <c:v>136.98810136147921</c:v>
                </c:pt>
                <c:pt idx="48">
                  <c:v>148.6597123146056</c:v>
                </c:pt>
                <c:pt idx="49">
                  <c:v>120.6689361538206</c:v>
                </c:pt>
                <c:pt idx="50">
                  <c:v>104.4757832918848</c:v>
                </c:pt>
                <c:pt idx="51">
                  <c:v>143.10584831237799</c:v>
                </c:pt>
                <c:pt idx="52">
                  <c:v>107.37325435621401</c:v>
                </c:pt>
                <c:pt idx="53">
                  <c:v>119.2812885556903</c:v>
                </c:pt>
                <c:pt idx="54">
                  <c:v>119.0568473134722</c:v>
                </c:pt>
                <c:pt idx="55">
                  <c:v>103.03783357484011</c:v>
                </c:pt>
                <c:pt idx="56">
                  <c:v>116.26459643670501</c:v>
                </c:pt>
                <c:pt idx="57">
                  <c:v>98.933586066109825</c:v>
                </c:pt>
                <c:pt idx="58">
                  <c:v>84.795898155653362</c:v>
                </c:pt>
                <c:pt idx="59">
                  <c:v>83.291547593474405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702A-4213-9403-DFD9EC907AA9}"/>
            </c:ext>
          </c:extLst>
        </c:ser>
        <c:ser>
          <c:idx val="1"/>
          <c:order val="1"/>
          <c:tx>
            <c:v>M14f/f cre</c:v>
          </c:tx>
          <c:spPr>
            <a:ln w="12700" cap="rnd">
              <a:solidFill>
                <a:srgbClr val="951208"/>
              </a:solidFill>
              <a:round/>
            </a:ln>
            <a:effectLst/>
          </c:spPr>
          <c:marker>
            <c:symbol val="circle"/>
            <c:size val="9"/>
            <c:spPr>
              <a:solidFill>
                <a:srgbClr val="E25936"/>
              </a:solidFill>
              <a:ln w="9525">
                <a:solidFill>
                  <a:srgbClr val="951208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Sheet1!$G$25:$G$84</c:f>
                <c:numCache>
                  <c:formatCode>General</c:formatCode>
                  <c:ptCount val="60"/>
                  <c:pt idx="0">
                    <c:v>45.639824703872392</c:v>
                  </c:pt>
                  <c:pt idx="1">
                    <c:v>30.211400181655311</c:v>
                  </c:pt>
                  <c:pt idx="2">
                    <c:v>38.763287628747037</c:v>
                  </c:pt>
                  <c:pt idx="3">
                    <c:v>39.274226011459298</c:v>
                  </c:pt>
                  <c:pt idx="4">
                    <c:v>36.240623160244873</c:v>
                  </c:pt>
                  <c:pt idx="5">
                    <c:v>73.0781136817277</c:v>
                  </c:pt>
                  <c:pt idx="6">
                    <c:v>39.332637529134857</c:v>
                  </c:pt>
                  <c:pt idx="7">
                    <c:v>55.129897820112852</c:v>
                  </c:pt>
                  <c:pt idx="8">
                    <c:v>37.540837037834493</c:v>
                  </c:pt>
                  <c:pt idx="9">
                    <c:v>64.382005903111306</c:v>
                  </c:pt>
                  <c:pt idx="10">
                    <c:v>53.738759306816959</c:v>
                  </c:pt>
                  <c:pt idx="11">
                    <c:v>52.668907004470682</c:v>
                  </c:pt>
                  <c:pt idx="12">
                    <c:v>40.966330583782543</c:v>
                  </c:pt>
                  <c:pt idx="13">
                    <c:v>34.060731974754852</c:v>
                  </c:pt>
                  <c:pt idx="14">
                    <c:v>42.8932885211347</c:v>
                  </c:pt>
                  <c:pt idx="15">
                    <c:v>60.170944313450597</c:v>
                  </c:pt>
                  <c:pt idx="16">
                    <c:v>43.881507003951988</c:v>
                  </c:pt>
                  <c:pt idx="17">
                    <c:v>52.559980642263042</c:v>
                  </c:pt>
                  <c:pt idx="18">
                    <c:v>60.413067759749012</c:v>
                  </c:pt>
                  <c:pt idx="19">
                    <c:v>56.319731564969473</c:v>
                  </c:pt>
                  <c:pt idx="20">
                    <c:v>39.187610446391623</c:v>
                  </c:pt>
                  <c:pt idx="21">
                    <c:v>51.212085817093097</c:v>
                  </c:pt>
                  <c:pt idx="22">
                    <c:v>75.122624328702017</c:v>
                  </c:pt>
                  <c:pt idx="23">
                    <c:v>101.18238114347371</c:v>
                  </c:pt>
                  <c:pt idx="24">
                    <c:v>115.433154157046</c:v>
                  </c:pt>
                  <c:pt idx="25">
                    <c:v>97.176176851589318</c:v>
                  </c:pt>
                  <c:pt idx="26">
                    <c:v>82.546342387412196</c:v>
                  </c:pt>
                  <c:pt idx="27">
                    <c:v>87.624786758960411</c:v>
                  </c:pt>
                  <c:pt idx="28">
                    <c:v>98.457552749870715</c:v>
                  </c:pt>
                  <c:pt idx="29">
                    <c:v>119.69939912257961</c:v>
                  </c:pt>
                  <c:pt idx="30">
                    <c:v>83.669661781392904</c:v>
                  </c:pt>
                  <c:pt idx="31">
                    <c:v>75.609465838752996</c:v>
                  </c:pt>
                  <c:pt idx="32">
                    <c:v>86.564088082692777</c:v>
                  </c:pt>
                  <c:pt idx="33">
                    <c:v>68.207485013595715</c:v>
                  </c:pt>
                  <c:pt idx="34">
                    <c:v>129.4508667550727</c:v>
                  </c:pt>
                  <c:pt idx="35">
                    <c:v>131.04587494157531</c:v>
                  </c:pt>
                  <c:pt idx="36">
                    <c:v>102.2975457144444</c:v>
                  </c:pt>
                  <c:pt idx="37">
                    <c:v>91.825679441936344</c:v>
                  </c:pt>
                  <c:pt idx="38">
                    <c:v>115.579418812586</c:v>
                  </c:pt>
                  <c:pt idx="39">
                    <c:v>133.57474827675321</c:v>
                  </c:pt>
                  <c:pt idx="40">
                    <c:v>124.1811139440525</c:v>
                  </c:pt>
                  <c:pt idx="41">
                    <c:v>104.31266784771429</c:v>
                  </c:pt>
                  <c:pt idx="42">
                    <c:v>81.298960835297123</c:v>
                  </c:pt>
                  <c:pt idx="43">
                    <c:v>110.80262272621989</c:v>
                  </c:pt>
                  <c:pt idx="44">
                    <c:v>107.48475723147109</c:v>
                  </c:pt>
                  <c:pt idx="45">
                    <c:v>62.588676443992142</c:v>
                  </c:pt>
                  <c:pt idx="46">
                    <c:v>42.672115740888003</c:v>
                  </c:pt>
                  <c:pt idx="47">
                    <c:v>36.395540423758028</c:v>
                  </c:pt>
                  <c:pt idx="48">
                    <c:v>91.286278441435499</c:v>
                  </c:pt>
                  <c:pt idx="49">
                    <c:v>92.551675208852757</c:v>
                  </c:pt>
                  <c:pt idx="50">
                    <c:v>89.426443574052172</c:v>
                  </c:pt>
                  <c:pt idx="51">
                    <c:v>48.805918157348543</c:v>
                  </c:pt>
                  <c:pt idx="52">
                    <c:v>46.371177563384492</c:v>
                  </c:pt>
                  <c:pt idx="53">
                    <c:v>48.740968291198733</c:v>
                  </c:pt>
                  <c:pt idx="54">
                    <c:v>73.933554172246843</c:v>
                  </c:pt>
                  <c:pt idx="55">
                    <c:v>52.848192838032539</c:v>
                  </c:pt>
                  <c:pt idx="56">
                    <c:v>64.034256177775305</c:v>
                  </c:pt>
                  <c:pt idx="57">
                    <c:v>79.709439233533345</c:v>
                  </c:pt>
                  <c:pt idx="58">
                    <c:v>58.212536833315902</c:v>
                  </c:pt>
                  <c:pt idx="59">
                    <c:v>87.976158434465987</c:v>
                  </c:pt>
                </c:numCache>
              </c:numRef>
            </c:plus>
            <c:minus>
              <c:numRef>
                <c:f>Sheet1!$G$25:$G$84</c:f>
                <c:numCache>
                  <c:formatCode>General</c:formatCode>
                  <c:ptCount val="60"/>
                  <c:pt idx="0">
                    <c:v>45.639824703872392</c:v>
                  </c:pt>
                  <c:pt idx="1">
                    <c:v>30.211400181655311</c:v>
                  </c:pt>
                  <c:pt idx="2">
                    <c:v>38.763287628747037</c:v>
                  </c:pt>
                  <c:pt idx="3">
                    <c:v>39.274226011459298</c:v>
                  </c:pt>
                  <c:pt idx="4">
                    <c:v>36.240623160244873</c:v>
                  </c:pt>
                  <c:pt idx="5">
                    <c:v>73.0781136817277</c:v>
                  </c:pt>
                  <c:pt idx="6">
                    <c:v>39.332637529134857</c:v>
                  </c:pt>
                  <c:pt idx="7">
                    <c:v>55.129897820112852</c:v>
                  </c:pt>
                  <c:pt idx="8">
                    <c:v>37.540837037834493</c:v>
                  </c:pt>
                  <c:pt idx="9">
                    <c:v>64.382005903111306</c:v>
                  </c:pt>
                  <c:pt idx="10">
                    <c:v>53.738759306816959</c:v>
                  </c:pt>
                  <c:pt idx="11">
                    <c:v>52.668907004470682</c:v>
                  </c:pt>
                  <c:pt idx="12">
                    <c:v>40.966330583782543</c:v>
                  </c:pt>
                  <c:pt idx="13">
                    <c:v>34.060731974754852</c:v>
                  </c:pt>
                  <c:pt idx="14">
                    <c:v>42.8932885211347</c:v>
                  </c:pt>
                  <c:pt idx="15">
                    <c:v>60.170944313450597</c:v>
                  </c:pt>
                  <c:pt idx="16">
                    <c:v>43.881507003951988</c:v>
                  </c:pt>
                  <c:pt idx="17">
                    <c:v>52.559980642263042</c:v>
                  </c:pt>
                  <c:pt idx="18">
                    <c:v>60.413067759749012</c:v>
                  </c:pt>
                  <c:pt idx="19">
                    <c:v>56.319731564969473</c:v>
                  </c:pt>
                  <c:pt idx="20">
                    <c:v>39.187610446391623</c:v>
                  </c:pt>
                  <c:pt idx="21">
                    <c:v>51.212085817093097</c:v>
                  </c:pt>
                  <c:pt idx="22">
                    <c:v>75.122624328702017</c:v>
                  </c:pt>
                  <c:pt idx="23">
                    <c:v>101.18238114347371</c:v>
                  </c:pt>
                  <c:pt idx="24">
                    <c:v>115.433154157046</c:v>
                  </c:pt>
                  <c:pt idx="25">
                    <c:v>97.176176851589318</c:v>
                  </c:pt>
                  <c:pt idx="26">
                    <c:v>82.546342387412196</c:v>
                  </c:pt>
                  <c:pt idx="27">
                    <c:v>87.624786758960411</c:v>
                  </c:pt>
                  <c:pt idx="28">
                    <c:v>98.457552749870715</c:v>
                  </c:pt>
                  <c:pt idx="29">
                    <c:v>119.69939912257961</c:v>
                  </c:pt>
                  <c:pt idx="30">
                    <c:v>83.669661781392904</c:v>
                  </c:pt>
                  <c:pt idx="31">
                    <c:v>75.609465838752996</c:v>
                  </c:pt>
                  <c:pt idx="32">
                    <c:v>86.564088082692777</c:v>
                  </c:pt>
                  <c:pt idx="33">
                    <c:v>68.207485013595715</c:v>
                  </c:pt>
                  <c:pt idx="34">
                    <c:v>129.4508667550727</c:v>
                  </c:pt>
                  <c:pt idx="35">
                    <c:v>131.04587494157531</c:v>
                  </c:pt>
                  <c:pt idx="36">
                    <c:v>102.2975457144444</c:v>
                  </c:pt>
                  <c:pt idx="37">
                    <c:v>91.825679441936344</c:v>
                  </c:pt>
                  <c:pt idx="38">
                    <c:v>115.579418812586</c:v>
                  </c:pt>
                  <c:pt idx="39">
                    <c:v>133.57474827675321</c:v>
                  </c:pt>
                  <c:pt idx="40">
                    <c:v>124.1811139440525</c:v>
                  </c:pt>
                  <c:pt idx="41">
                    <c:v>104.31266784771429</c:v>
                  </c:pt>
                  <c:pt idx="42">
                    <c:v>81.298960835297123</c:v>
                  </c:pt>
                  <c:pt idx="43">
                    <c:v>110.80262272621989</c:v>
                  </c:pt>
                  <c:pt idx="44">
                    <c:v>107.48475723147109</c:v>
                  </c:pt>
                  <c:pt idx="45">
                    <c:v>62.588676443992142</c:v>
                  </c:pt>
                  <c:pt idx="46">
                    <c:v>42.672115740888003</c:v>
                  </c:pt>
                  <c:pt idx="47">
                    <c:v>36.395540423758028</c:v>
                  </c:pt>
                  <c:pt idx="48">
                    <c:v>91.286278441435499</c:v>
                  </c:pt>
                  <c:pt idx="49">
                    <c:v>92.551675208852757</c:v>
                  </c:pt>
                  <c:pt idx="50">
                    <c:v>89.426443574052172</c:v>
                  </c:pt>
                  <c:pt idx="51">
                    <c:v>48.805918157348543</c:v>
                  </c:pt>
                  <c:pt idx="52">
                    <c:v>46.371177563384492</c:v>
                  </c:pt>
                  <c:pt idx="53">
                    <c:v>48.740968291198733</c:v>
                  </c:pt>
                  <c:pt idx="54">
                    <c:v>73.933554172246843</c:v>
                  </c:pt>
                  <c:pt idx="55">
                    <c:v>52.848192838032539</c:v>
                  </c:pt>
                  <c:pt idx="56">
                    <c:v>64.034256177775305</c:v>
                  </c:pt>
                  <c:pt idx="57">
                    <c:v>79.709439233533345</c:v>
                  </c:pt>
                  <c:pt idx="58">
                    <c:v>58.212536833315902</c:v>
                  </c:pt>
                  <c:pt idx="59">
                    <c:v>87.976158434465987</c:v>
                  </c:pt>
                </c:numCache>
              </c:numRef>
            </c:minus>
            <c:spPr>
              <a:noFill/>
              <a:ln w="9525" cap="flat" cmpd="sng" algn="ctr">
                <a:solidFill>
                  <a:srgbClr val="951208"/>
                </a:solidFill>
                <a:round/>
              </a:ln>
              <a:effectLst/>
            </c:spPr>
          </c:errBars>
          <c:xVal>
            <c:numRef>
              <c:f>Sheet1!$A$25:$A$84</c:f>
              <c:numCache>
                <c:formatCode>General</c:formatCode>
                <c:ptCount val="6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</c:numCache>
            </c:numRef>
          </c:xVal>
          <c:yVal>
            <c:numRef>
              <c:f>Sheet1!$F$25:$F$84</c:f>
              <c:numCache>
                <c:formatCode>General</c:formatCode>
                <c:ptCount val="60"/>
                <c:pt idx="0">
                  <c:v>148.1110236644744</c:v>
                </c:pt>
                <c:pt idx="1">
                  <c:v>120.6781236618758</c:v>
                </c:pt>
                <c:pt idx="2">
                  <c:v>176.2112085938453</c:v>
                </c:pt>
                <c:pt idx="3">
                  <c:v>205.1322691082955</c:v>
                </c:pt>
                <c:pt idx="4">
                  <c:v>190.6538794457914</c:v>
                </c:pt>
                <c:pt idx="5">
                  <c:v>237.29290220141411</c:v>
                </c:pt>
                <c:pt idx="6">
                  <c:v>232.95796361565601</c:v>
                </c:pt>
                <c:pt idx="7">
                  <c:v>297.433955550186</c:v>
                </c:pt>
                <c:pt idx="8">
                  <c:v>274.55905729532219</c:v>
                </c:pt>
                <c:pt idx="9">
                  <c:v>355.10168678760539</c:v>
                </c:pt>
                <c:pt idx="10">
                  <c:v>279.35465090274812</c:v>
                </c:pt>
                <c:pt idx="11">
                  <c:v>315.79915450810711</c:v>
                </c:pt>
                <c:pt idx="12">
                  <c:v>270.25211784839121</c:v>
                </c:pt>
                <c:pt idx="13">
                  <c:v>284.18003011941897</c:v>
                </c:pt>
                <c:pt idx="14">
                  <c:v>337.41105300187661</c:v>
                </c:pt>
                <c:pt idx="15">
                  <c:v>331.47900229692442</c:v>
                </c:pt>
                <c:pt idx="16">
                  <c:v>457.40911393165561</c:v>
                </c:pt>
                <c:pt idx="17">
                  <c:v>319.92065302729611</c:v>
                </c:pt>
                <c:pt idx="18">
                  <c:v>346.48014726638661</c:v>
                </c:pt>
                <c:pt idx="19">
                  <c:v>296.20052565932269</c:v>
                </c:pt>
                <c:pt idx="20">
                  <c:v>295.69110226631159</c:v>
                </c:pt>
                <c:pt idx="21">
                  <c:v>311.01168404221522</c:v>
                </c:pt>
                <c:pt idx="22">
                  <c:v>334.6725085407495</c:v>
                </c:pt>
                <c:pt idx="23">
                  <c:v>364.67993921861063</c:v>
                </c:pt>
                <c:pt idx="24">
                  <c:v>322.93227198123861</c:v>
                </c:pt>
                <c:pt idx="25">
                  <c:v>382.36492698192598</c:v>
                </c:pt>
                <c:pt idx="26">
                  <c:v>316.82852595149802</c:v>
                </c:pt>
                <c:pt idx="27">
                  <c:v>284.05930332541459</c:v>
                </c:pt>
                <c:pt idx="28">
                  <c:v>305.8035512685708</c:v>
                </c:pt>
                <c:pt idx="29">
                  <c:v>327.56952337324577</c:v>
                </c:pt>
                <c:pt idx="30">
                  <c:v>294.79814108610151</c:v>
                </c:pt>
                <c:pt idx="31">
                  <c:v>283.56566937863829</c:v>
                </c:pt>
                <c:pt idx="32">
                  <c:v>313.71158926784892</c:v>
                </c:pt>
                <c:pt idx="33">
                  <c:v>296.88846286535249</c:v>
                </c:pt>
                <c:pt idx="34">
                  <c:v>353.98503377437618</c:v>
                </c:pt>
                <c:pt idx="35">
                  <c:v>386.17990275621361</c:v>
                </c:pt>
                <c:pt idx="36">
                  <c:v>388.76863842606548</c:v>
                </c:pt>
                <c:pt idx="37">
                  <c:v>320.90780586004257</c:v>
                </c:pt>
                <c:pt idx="38">
                  <c:v>362.27613583393389</c:v>
                </c:pt>
                <c:pt idx="39">
                  <c:v>437.60423858761789</c:v>
                </c:pt>
                <c:pt idx="40">
                  <c:v>376.28016030788422</c:v>
                </c:pt>
                <c:pt idx="41">
                  <c:v>336.06928673833602</c:v>
                </c:pt>
                <c:pt idx="42">
                  <c:v>380.08381470441827</c:v>
                </c:pt>
                <c:pt idx="43">
                  <c:v>345.23257648757863</c:v>
                </c:pt>
                <c:pt idx="44">
                  <c:v>354.3353197455337</c:v>
                </c:pt>
                <c:pt idx="45">
                  <c:v>298.08963939547527</c:v>
                </c:pt>
                <c:pt idx="46">
                  <c:v>188.3689769744874</c:v>
                </c:pt>
                <c:pt idx="47">
                  <c:v>172.4240018367766</c:v>
                </c:pt>
                <c:pt idx="48">
                  <c:v>325.80368858575832</c:v>
                </c:pt>
                <c:pt idx="49">
                  <c:v>359.30076732635501</c:v>
                </c:pt>
                <c:pt idx="50">
                  <c:v>374.17076114416142</c:v>
                </c:pt>
                <c:pt idx="51">
                  <c:v>276.90280655622462</c:v>
                </c:pt>
                <c:pt idx="52">
                  <c:v>241.1694362640381</c:v>
                </c:pt>
                <c:pt idx="53">
                  <c:v>291.74868302345271</c:v>
                </c:pt>
                <c:pt idx="54">
                  <c:v>297.04086090326302</c:v>
                </c:pt>
                <c:pt idx="55">
                  <c:v>211.01574470810601</c:v>
                </c:pt>
                <c:pt idx="56">
                  <c:v>244.91625365018851</c:v>
                </c:pt>
                <c:pt idx="57">
                  <c:v>250.452034559846</c:v>
                </c:pt>
                <c:pt idx="58">
                  <c:v>152.42946048676981</c:v>
                </c:pt>
                <c:pt idx="59">
                  <c:v>311.76714907288522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702A-4213-9403-DFD9EC907AA9}"/>
            </c:ext>
          </c:extLst>
        </c:ser>
        <c:ser>
          <c:idx val="2"/>
          <c:order val="2"/>
          <c:tx>
            <c:v>control SAL</c:v>
          </c:tx>
          <c:spPr>
            <a:ln w="12700" cap="rnd">
              <a:solidFill>
                <a:srgbClr val="0070C0"/>
              </a:solidFill>
              <a:prstDash val="sysDot"/>
              <a:round/>
            </a:ln>
            <a:effectLst/>
          </c:spPr>
          <c:marker>
            <c:symbol val="circle"/>
            <c:size val="9"/>
            <c:spPr>
              <a:solidFill>
                <a:schemeClr val="bg1"/>
              </a:solidFill>
              <a:ln w="9525">
                <a:solidFill>
                  <a:srgbClr val="0070C0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Sheet1!$E$25:$E$84</c:f>
                <c:numCache>
                  <c:formatCode>General</c:formatCode>
                  <c:ptCount val="60"/>
                  <c:pt idx="0">
                    <c:v>25.860806161856541</c:v>
                  </c:pt>
                  <c:pt idx="1">
                    <c:v>9.3110036660779834</c:v>
                  </c:pt>
                  <c:pt idx="2">
                    <c:v>30.431903184296399</c:v>
                  </c:pt>
                  <c:pt idx="3">
                    <c:v>9.9576194776997706</c:v>
                  </c:pt>
                  <c:pt idx="4">
                    <c:v>7.1189815889786354</c:v>
                  </c:pt>
                  <c:pt idx="5">
                    <c:v>14.977203257492031</c:v>
                  </c:pt>
                  <c:pt idx="6">
                    <c:v>18.971608559040529</c:v>
                  </c:pt>
                  <c:pt idx="7">
                    <c:v>18.50954215337832</c:v>
                  </c:pt>
                  <c:pt idx="8">
                    <c:v>19.79057333253618</c:v>
                  </c:pt>
                  <c:pt idx="9">
                    <c:v>14.209235428076591</c:v>
                  </c:pt>
                  <c:pt idx="10">
                    <c:v>11.659310310323731</c:v>
                  </c:pt>
                  <c:pt idx="11">
                    <c:v>15.222360829656051</c:v>
                  </c:pt>
                  <c:pt idx="12">
                    <c:v>10.300897082487699</c:v>
                  </c:pt>
                  <c:pt idx="13">
                    <c:v>13.4512195282965</c:v>
                  </c:pt>
                  <c:pt idx="14">
                    <c:v>19.555188320352499</c:v>
                  </c:pt>
                  <c:pt idx="15">
                    <c:v>10.970441353599069</c:v>
                  </c:pt>
                  <c:pt idx="16">
                    <c:v>24.847452861076121</c:v>
                  </c:pt>
                  <c:pt idx="17">
                    <c:v>7.3028347701173653</c:v>
                  </c:pt>
                  <c:pt idx="18">
                    <c:v>14.02436749061745</c:v>
                  </c:pt>
                  <c:pt idx="19">
                    <c:v>17.592314410726971</c:v>
                  </c:pt>
                  <c:pt idx="20">
                    <c:v>15.88627721664</c:v>
                  </c:pt>
                  <c:pt idx="21">
                    <c:v>16.38838633299628</c:v>
                  </c:pt>
                  <c:pt idx="22">
                    <c:v>9.0510043456324798</c:v>
                  </c:pt>
                  <c:pt idx="23">
                    <c:v>14.593107463205079</c:v>
                  </c:pt>
                  <c:pt idx="24">
                    <c:v>11.918703378728919</c:v>
                  </c:pt>
                  <c:pt idx="25">
                    <c:v>14.80730243291667</c:v>
                  </c:pt>
                  <c:pt idx="26">
                    <c:v>8.2190150414240186</c:v>
                  </c:pt>
                  <c:pt idx="27">
                    <c:v>13.81186553535982</c:v>
                  </c:pt>
                  <c:pt idx="28">
                    <c:v>12.116245638436959</c:v>
                  </c:pt>
                  <c:pt idx="29">
                    <c:v>8.9234183309905486</c:v>
                  </c:pt>
                  <c:pt idx="30">
                    <c:v>17.695939702979789</c:v>
                  </c:pt>
                  <c:pt idx="31">
                    <c:v>16.38031308127151</c:v>
                  </c:pt>
                  <c:pt idx="32">
                    <c:v>20.652893267064361</c:v>
                  </c:pt>
                  <c:pt idx="33">
                    <c:v>15.525955710422149</c:v>
                  </c:pt>
                  <c:pt idx="34">
                    <c:v>14.48813864875631</c:v>
                  </c:pt>
                  <c:pt idx="35">
                    <c:v>16.748268754613399</c:v>
                  </c:pt>
                  <c:pt idx="36">
                    <c:v>19.54208752952038</c:v>
                  </c:pt>
                  <c:pt idx="37">
                    <c:v>15.798156737058919</c:v>
                  </c:pt>
                  <c:pt idx="38">
                    <c:v>10.21290776868334</c:v>
                  </c:pt>
                  <c:pt idx="39">
                    <c:v>16.528001427177511</c:v>
                  </c:pt>
                  <c:pt idx="40">
                    <c:v>16.3924817922166</c:v>
                  </c:pt>
                  <c:pt idx="41">
                    <c:v>19.515753589954901</c:v>
                  </c:pt>
                  <c:pt idx="42">
                    <c:v>10.029458106053619</c:v>
                  </c:pt>
                  <c:pt idx="43">
                    <c:v>11.69186716702875</c:v>
                  </c:pt>
                  <c:pt idx="44">
                    <c:v>19.64939227681846</c:v>
                  </c:pt>
                  <c:pt idx="45">
                    <c:v>8.8606596415419503</c:v>
                  </c:pt>
                  <c:pt idx="46">
                    <c:v>8.2404268433787546</c:v>
                  </c:pt>
                  <c:pt idx="47">
                    <c:v>10.103799110526641</c:v>
                  </c:pt>
                  <c:pt idx="48">
                    <c:v>15.65308016464307</c:v>
                  </c:pt>
                  <c:pt idx="49">
                    <c:v>11.348543823437399</c:v>
                  </c:pt>
                  <c:pt idx="50">
                    <c:v>7.6626000468816446</c:v>
                  </c:pt>
                  <c:pt idx="51">
                    <c:v>13.61120928792165</c:v>
                  </c:pt>
                  <c:pt idx="52">
                    <c:v>10.877138281952931</c:v>
                  </c:pt>
                  <c:pt idx="53">
                    <c:v>7.7238091684740073</c:v>
                  </c:pt>
                  <c:pt idx="54">
                    <c:v>14.5621433872924</c:v>
                  </c:pt>
                  <c:pt idx="55">
                    <c:v>15.72935953323698</c:v>
                  </c:pt>
                  <c:pt idx="56">
                    <c:v>10.45083766428098</c:v>
                  </c:pt>
                  <c:pt idx="57">
                    <c:v>9.6725890036196596</c:v>
                  </c:pt>
                  <c:pt idx="58">
                    <c:v>7.6251854953056837</c:v>
                  </c:pt>
                  <c:pt idx="59">
                    <c:v>18.491947560813099</c:v>
                  </c:pt>
                </c:numCache>
              </c:numRef>
            </c:plus>
            <c:minus>
              <c:numRef>
                <c:f>Sheet1!$E$25:$E$84</c:f>
                <c:numCache>
                  <c:formatCode>General</c:formatCode>
                  <c:ptCount val="60"/>
                  <c:pt idx="0">
                    <c:v>25.860806161856541</c:v>
                  </c:pt>
                  <c:pt idx="1">
                    <c:v>9.3110036660779834</c:v>
                  </c:pt>
                  <c:pt idx="2">
                    <c:v>30.431903184296399</c:v>
                  </c:pt>
                  <c:pt idx="3">
                    <c:v>9.9576194776997706</c:v>
                  </c:pt>
                  <c:pt idx="4">
                    <c:v>7.1189815889786354</c:v>
                  </c:pt>
                  <c:pt idx="5">
                    <c:v>14.977203257492031</c:v>
                  </c:pt>
                  <c:pt idx="6">
                    <c:v>18.971608559040529</c:v>
                  </c:pt>
                  <c:pt idx="7">
                    <c:v>18.50954215337832</c:v>
                  </c:pt>
                  <c:pt idx="8">
                    <c:v>19.79057333253618</c:v>
                  </c:pt>
                  <c:pt idx="9">
                    <c:v>14.209235428076591</c:v>
                  </c:pt>
                  <c:pt idx="10">
                    <c:v>11.659310310323731</c:v>
                  </c:pt>
                  <c:pt idx="11">
                    <c:v>15.222360829656051</c:v>
                  </c:pt>
                  <c:pt idx="12">
                    <c:v>10.300897082487699</c:v>
                  </c:pt>
                  <c:pt idx="13">
                    <c:v>13.4512195282965</c:v>
                  </c:pt>
                  <c:pt idx="14">
                    <c:v>19.555188320352499</c:v>
                  </c:pt>
                  <c:pt idx="15">
                    <c:v>10.970441353599069</c:v>
                  </c:pt>
                  <c:pt idx="16">
                    <c:v>24.847452861076121</c:v>
                  </c:pt>
                  <c:pt idx="17">
                    <c:v>7.3028347701173653</c:v>
                  </c:pt>
                  <c:pt idx="18">
                    <c:v>14.02436749061745</c:v>
                  </c:pt>
                  <c:pt idx="19">
                    <c:v>17.592314410726971</c:v>
                  </c:pt>
                  <c:pt idx="20">
                    <c:v>15.88627721664</c:v>
                  </c:pt>
                  <c:pt idx="21">
                    <c:v>16.38838633299628</c:v>
                  </c:pt>
                  <c:pt idx="22">
                    <c:v>9.0510043456324798</c:v>
                  </c:pt>
                  <c:pt idx="23">
                    <c:v>14.593107463205079</c:v>
                  </c:pt>
                  <c:pt idx="24">
                    <c:v>11.918703378728919</c:v>
                  </c:pt>
                  <c:pt idx="25">
                    <c:v>14.80730243291667</c:v>
                  </c:pt>
                  <c:pt idx="26">
                    <c:v>8.2190150414240186</c:v>
                  </c:pt>
                  <c:pt idx="27">
                    <c:v>13.81186553535982</c:v>
                  </c:pt>
                  <c:pt idx="28">
                    <c:v>12.116245638436959</c:v>
                  </c:pt>
                  <c:pt idx="29">
                    <c:v>8.9234183309905486</c:v>
                  </c:pt>
                  <c:pt idx="30">
                    <c:v>17.695939702979789</c:v>
                  </c:pt>
                  <c:pt idx="31">
                    <c:v>16.38031308127151</c:v>
                  </c:pt>
                  <c:pt idx="32">
                    <c:v>20.652893267064361</c:v>
                  </c:pt>
                  <c:pt idx="33">
                    <c:v>15.525955710422149</c:v>
                  </c:pt>
                  <c:pt idx="34">
                    <c:v>14.48813864875631</c:v>
                  </c:pt>
                  <c:pt idx="35">
                    <c:v>16.748268754613399</c:v>
                  </c:pt>
                  <c:pt idx="36">
                    <c:v>19.54208752952038</c:v>
                  </c:pt>
                  <c:pt idx="37">
                    <c:v>15.798156737058919</c:v>
                  </c:pt>
                  <c:pt idx="38">
                    <c:v>10.21290776868334</c:v>
                  </c:pt>
                  <c:pt idx="39">
                    <c:v>16.528001427177511</c:v>
                  </c:pt>
                  <c:pt idx="40">
                    <c:v>16.3924817922166</c:v>
                  </c:pt>
                  <c:pt idx="41">
                    <c:v>19.515753589954901</c:v>
                  </c:pt>
                  <c:pt idx="42">
                    <c:v>10.029458106053619</c:v>
                  </c:pt>
                  <c:pt idx="43">
                    <c:v>11.69186716702875</c:v>
                  </c:pt>
                  <c:pt idx="44">
                    <c:v>19.64939227681846</c:v>
                  </c:pt>
                  <c:pt idx="45">
                    <c:v>8.8606596415419503</c:v>
                  </c:pt>
                  <c:pt idx="46">
                    <c:v>8.2404268433787546</c:v>
                  </c:pt>
                  <c:pt idx="47">
                    <c:v>10.103799110526641</c:v>
                  </c:pt>
                  <c:pt idx="48">
                    <c:v>15.65308016464307</c:v>
                  </c:pt>
                  <c:pt idx="49">
                    <c:v>11.348543823437399</c:v>
                  </c:pt>
                  <c:pt idx="50">
                    <c:v>7.6626000468816446</c:v>
                  </c:pt>
                  <c:pt idx="51">
                    <c:v>13.61120928792165</c:v>
                  </c:pt>
                  <c:pt idx="52">
                    <c:v>10.877138281952931</c:v>
                  </c:pt>
                  <c:pt idx="53">
                    <c:v>7.7238091684740073</c:v>
                  </c:pt>
                  <c:pt idx="54">
                    <c:v>14.5621433872924</c:v>
                  </c:pt>
                  <c:pt idx="55">
                    <c:v>15.72935953323698</c:v>
                  </c:pt>
                  <c:pt idx="56">
                    <c:v>10.45083766428098</c:v>
                  </c:pt>
                  <c:pt idx="57">
                    <c:v>9.6725890036196596</c:v>
                  </c:pt>
                  <c:pt idx="58">
                    <c:v>7.6251854953056837</c:v>
                  </c:pt>
                  <c:pt idx="59">
                    <c:v>18.491947560813099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accent1"/>
                </a:solidFill>
                <a:round/>
              </a:ln>
              <a:effectLst/>
            </c:spPr>
          </c:errBars>
          <c:xVal>
            <c:numRef>
              <c:f>Sheet1!$A$25:$A$84</c:f>
              <c:numCache>
                <c:formatCode>General</c:formatCode>
                <c:ptCount val="6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</c:numCache>
            </c:numRef>
          </c:xVal>
          <c:yVal>
            <c:numRef>
              <c:f>Sheet1!$D$25:$D$84</c:f>
              <c:numCache>
                <c:formatCode>General</c:formatCode>
                <c:ptCount val="60"/>
                <c:pt idx="0">
                  <c:v>158.5320025954928</c:v>
                </c:pt>
                <c:pt idx="1">
                  <c:v>31.794989694442069</c:v>
                </c:pt>
                <c:pt idx="2">
                  <c:v>79.244359268460897</c:v>
                </c:pt>
                <c:pt idx="3">
                  <c:v>18.44289976911886</c:v>
                </c:pt>
                <c:pt idx="4">
                  <c:v>70.682462770597084</c:v>
                </c:pt>
                <c:pt idx="5">
                  <c:v>38.672097900935583</c:v>
                </c:pt>
                <c:pt idx="6">
                  <c:v>51.059102661268973</c:v>
                </c:pt>
                <c:pt idx="7">
                  <c:v>45.159099202496442</c:v>
                </c:pt>
                <c:pt idx="8">
                  <c:v>55.764891958236767</c:v>
                </c:pt>
                <c:pt idx="9">
                  <c:v>24.06694734862873</c:v>
                </c:pt>
                <c:pt idx="10">
                  <c:v>57.859407401083828</c:v>
                </c:pt>
                <c:pt idx="11">
                  <c:v>39.466557082108118</c:v>
                </c:pt>
                <c:pt idx="12">
                  <c:v>80.56802267687668</c:v>
                </c:pt>
                <c:pt idx="13">
                  <c:v>28.452448400003568</c:v>
                </c:pt>
                <c:pt idx="14">
                  <c:v>59.523016231400661</c:v>
                </c:pt>
                <c:pt idx="15">
                  <c:v>21.15597145472255</c:v>
                </c:pt>
                <c:pt idx="16">
                  <c:v>55.089114105701519</c:v>
                </c:pt>
                <c:pt idx="17">
                  <c:v>29.77379539864403</c:v>
                </c:pt>
                <c:pt idx="18">
                  <c:v>51.650225390706687</c:v>
                </c:pt>
                <c:pt idx="19">
                  <c:v>31.719705268314911</c:v>
                </c:pt>
                <c:pt idx="20">
                  <c:v>42.958070543834147</c:v>
                </c:pt>
                <c:pt idx="21">
                  <c:v>27.149050562722369</c:v>
                </c:pt>
                <c:pt idx="22">
                  <c:v>10.623113191979281</c:v>
                </c:pt>
                <c:pt idx="23">
                  <c:v>44.016293214048638</c:v>
                </c:pt>
                <c:pt idx="24">
                  <c:v>48.033830509866966</c:v>
                </c:pt>
                <c:pt idx="25">
                  <c:v>43.314243865011903</c:v>
                </c:pt>
                <c:pt idx="26">
                  <c:v>22.920313587784719</c:v>
                </c:pt>
                <c:pt idx="27">
                  <c:v>39.04342204843249</c:v>
                </c:pt>
                <c:pt idx="28">
                  <c:v>35.903890298945548</c:v>
                </c:pt>
                <c:pt idx="29">
                  <c:v>35.366707080601998</c:v>
                </c:pt>
                <c:pt idx="30">
                  <c:v>29.16111298842096</c:v>
                </c:pt>
                <c:pt idx="31">
                  <c:v>35.949322123186938</c:v>
                </c:pt>
                <c:pt idx="32">
                  <c:v>53.186441794463242</c:v>
                </c:pt>
                <c:pt idx="33">
                  <c:v>38.505093412739882</c:v>
                </c:pt>
                <c:pt idx="34">
                  <c:v>41.716867884567833</c:v>
                </c:pt>
                <c:pt idx="35">
                  <c:v>28.93763229846957</c:v>
                </c:pt>
                <c:pt idx="36">
                  <c:v>50.959717159610967</c:v>
                </c:pt>
                <c:pt idx="37">
                  <c:v>33.924113297462497</c:v>
                </c:pt>
                <c:pt idx="38">
                  <c:v>37.988642010518468</c:v>
                </c:pt>
                <c:pt idx="39">
                  <c:v>31.77504627193662</c:v>
                </c:pt>
                <c:pt idx="40">
                  <c:v>42.505538879973599</c:v>
                </c:pt>
                <c:pt idx="41">
                  <c:v>41.504679320539701</c:v>
                </c:pt>
                <c:pt idx="42">
                  <c:v>25.494369055969319</c:v>
                </c:pt>
                <c:pt idx="43">
                  <c:v>25.618316363011079</c:v>
                </c:pt>
                <c:pt idx="44">
                  <c:v>50.600616492543949</c:v>
                </c:pt>
                <c:pt idx="45">
                  <c:v>25.059116410783339</c:v>
                </c:pt>
                <c:pt idx="46">
                  <c:v>28.389488673210138</c:v>
                </c:pt>
                <c:pt idx="47">
                  <c:v>21.160459258726661</c:v>
                </c:pt>
                <c:pt idx="48">
                  <c:v>50.089249934468903</c:v>
                </c:pt>
                <c:pt idx="49">
                  <c:v>19.144381005423401</c:v>
                </c:pt>
                <c:pt idx="50">
                  <c:v>29.245513171809069</c:v>
                </c:pt>
                <c:pt idx="51">
                  <c:v>31.556816691160211</c:v>
                </c:pt>
                <c:pt idx="52">
                  <c:v>37.00153611046926</c:v>
                </c:pt>
                <c:pt idx="53">
                  <c:v>13.1989783265761</c:v>
                </c:pt>
                <c:pt idx="54">
                  <c:v>47.497850022997127</c:v>
                </c:pt>
                <c:pt idx="55">
                  <c:v>31.51593982577322</c:v>
                </c:pt>
                <c:pt idx="56">
                  <c:v>48.901514215128771</c:v>
                </c:pt>
                <c:pt idx="57">
                  <c:v>25.698567436422621</c:v>
                </c:pt>
                <c:pt idx="58">
                  <c:v>35.72063628349985</c:v>
                </c:pt>
                <c:pt idx="59">
                  <c:v>30.286454660551929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702A-4213-9403-DFD9EC907AA9}"/>
            </c:ext>
          </c:extLst>
        </c:ser>
        <c:ser>
          <c:idx val="3"/>
          <c:order val="3"/>
          <c:tx>
            <c:v>M14 SAL</c:v>
          </c:tx>
          <c:spPr>
            <a:ln w="12700" cap="rnd">
              <a:solidFill>
                <a:srgbClr val="A51505"/>
              </a:solidFill>
              <a:prstDash val="sysDot"/>
              <a:round/>
            </a:ln>
            <a:effectLst/>
          </c:spPr>
          <c:marker>
            <c:symbol val="circle"/>
            <c:size val="9"/>
            <c:spPr>
              <a:solidFill>
                <a:schemeClr val="bg1"/>
              </a:solidFill>
              <a:ln w="9525">
                <a:solidFill>
                  <a:srgbClr val="A51505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Sheet1!$C$25:$C$84</c:f>
                <c:numCache>
                  <c:formatCode>General</c:formatCode>
                  <c:ptCount val="60"/>
                  <c:pt idx="0">
                    <c:v>21.233194419382858</c:v>
                  </c:pt>
                  <c:pt idx="1">
                    <c:v>14.7570090251564</c:v>
                  </c:pt>
                  <c:pt idx="2">
                    <c:v>13.39283468588693</c:v>
                  </c:pt>
                  <c:pt idx="3">
                    <c:v>5.0624307771238666</c:v>
                  </c:pt>
                  <c:pt idx="4">
                    <c:v>17.73716114814167</c:v>
                  </c:pt>
                  <c:pt idx="5">
                    <c:v>5.8632188680398736</c:v>
                  </c:pt>
                  <c:pt idx="6">
                    <c:v>21.017000586183752</c:v>
                  </c:pt>
                  <c:pt idx="7">
                    <c:v>17.080877204367781</c:v>
                  </c:pt>
                  <c:pt idx="8">
                    <c:v>22.130627674256178</c:v>
                  </c:pt>
                  <c:pt idx="9">
                    <c:v>10.845047336632041</c:v>
                  </c:pt>
                  <c:pt idx="10">
                    <c:v>20.411076296023339</c:v>
                  </c:pt>
                  <c:pt idx="11">
                    <c:v>11.847163138764589</c:v>
                  </c:pt>
                  <c:pt idx="12">
                    <c:v>22.101042735860201</c:v>
                  </c:pt>
                  <c:pt idx="13">
                    <c:v>21.44318025935781</c:v>
                  </c:pt>
                  <c:pt idx="14">
                    <c:v>17.324875825142001</c:v>
                  </c:pt>
                  <c:pt idx="15">
                    <c:v>12.182241036772741</c:v>
                  </c:pt>
                  <c:pt idx="16">
                    <c:v>19.751585559461489</c:v>
                  </c:pt>
                  <c:pt idx="17">
                    <c:v>5.1329242127842436</c:v>
                  </c:pt>
                  <c:pt idx="18">
                    <c:v>16.416957588917391</c:v>
                  </c:pt>
                  <c:pt idx="19">
                    <c:v>12.979377391868169</c:v>
                  </c:pt>
                  <c:pt idx="20">
                    <c:v>13.484810714936801</c:v>
                  </c:pt>
                  <c:pt idx="21">
                    <c:v>7.4204707790454236</c:v>
                  </c:pt>
                  <c:pt idx="22">
                    <c:v>22.9020946929001</c:v>
                  </c:pt>
                  <c:pt idx="23">
                    <c:v>7.3055519920539069</c:v>
                  </c:pt>
                  <c:pt idx="24">
                    <c:v>25.11793236868181</c:v>
                  </c:pt>
                  <c:pt idx="25">
                    <c:v>13.68485279229998</c:v>
                  </c:pt>
                  <c:pt idx="26">
                    <c:v>16.52157563899582</c:v>
                  </c:pt>
                  <c:pt idx="27">
                    <c:v>10.52881980380913</c:v>
                  </c:pt>
                  <c:pt idx="28">
                    <c:v>24.417160173241509</c:v>
                  </c:pt>
                  <c:pt idx="29">
                    <c:v>8.4665084249368654</c:v>
                  </c:pt>
                  <c:pt idx="30">
                    <c:v>21.562113493247171</c:v>
                  </c:pt>
                  <c:pt idx="31">
                    <c:v>15.37505780048005</c:v>
                  </c:pt>
                  <c:pt idx="32">
                    <c:v>17.821850956594059</c:v>
                  </c:pt>
                  <c:pt idx="33">
                    <c:v>8.1942059521067776</c:v>
                  </c:pt>
                  <c:pt idx="34">
                    <c:v>17.626070712081411</c:v>
                  </c:pt>
                  <c:pt idx="35">
                    <c:v>6.7897582987364107</c:v>
                  </c:pt>
                  <c:pt idx="36">
                    <c:v>13.633393359786581</c:v>
                  </c:pt>
                  <c:pt idx="37">
                    <c:v>11.04453559032131</c:v>
                  </c:pt>
                  <c:pt idx="38">
                    <c:v>25.399140786488729</c:v>
                  </c:pt>
                  <c:pt idx="39">
                    <c:v>5.6933322556152737</c:v>
                  </c:pt>
                  <c:pt idx="40">
                    <c:v>25.69212407885988</c:v>
                  </c:pt>
                  <c:pt idx="41">
                    <c:v>13.38039980974383</c:v>
                  </c:pt>
                  <c:pt idx="42">
                    <c:v>15.16022186356143</c:v>
                  </c:pt>
                  <c:pt idx="43">
                    <c:v>9.7909434341131476</c:v>
                  </c:pt>
                  <c:pt idx="44">
                    <c:v>25.021409791521481</c:v>
                  </c:pt>
                  <c:pt idx="45">
                    <c:v>11.87809525407974</c:v>
                  </c:pt>
                  <c:pt idx="46">
                    <c:v>19.315416492562139</c:v>
                  </c:pt>
                  <c:pt idx="47">
                    <c:v>16.41195513583893</c:v>
                  </c:pt>
                  <c:pt idx="48">
                    <c:v>13.466326869101341</c:v>
                  </c:pt>
                  <c:pt idx="49">
                    <c:v>8.9782838382007295</c:v>
                  </c:pt>
                  <c:pt idx="50">
                    <c:v>23.368533300335059</c:v>
                  </c:pt>
                  <c:pt idx="51">
                    <c:v>16.91940848840234</c:v>
                  </c:pt>
                  <c:pt idx="52">
                    <c:v>17.93843026062822</c:v>
                  </c:pt>
                  <c:pt idx="53">
                    <c:v>12.0804000867296</c:v>
                  </c:pt>
                  <c:pt idx="54">
                    <c:v>10.474973652119809</c:v>
                  </c:pt>
                  <c:pt idx="55">
                    <c:v>12.511011467149119</c:v>
                  </c:pt>
                  <c:pt idx="56">
                    <c:v>15.22334036168137</c:v>
                  </c:pt>
                  <c:pt idx="57">
                    <c:v>8.5775865757236502</c:v>
                  </c:pt>
                  <c:pt idx="58">
                    <c:v>22.481021564410192</c:v>
                  </c:pt>
                  <c:pt idx="59">
                    <c:v>8.6175971974920422</c:v>
                  </c:pt>
                </c:numCache>
              </c:numRef>
            </c:plus>
            <c:minus>
              <c:numRef>
                <c:f>Sheet1!$C$25:$C$84</c:f>
                <c:numCache>
                  <c:formatCode>General</c:formatCode>
                  <c:ptCount val="60"/>
                  <c:pt idx="0">
                    <c:v>21.233194419382858</c:v>
                  </c:pt>
                  <c:pt idx="1">
                    <c:v>14.7570090251564</c:v>
                  </c:pt>
                  <c:pt idx="2">
                    <c:v>13.39283468588693</c:v>
                  </c:pt>
                  <c:pt idx="3">
                    <c:v>5.0624307771238666</c:v>
                  </c:pt>
                  <c:pt idx="4">
                    <c:v>17.73716114814167</c:v>
                  </c:pt>
                  <c:pt idx="5">
                    <c:v>5.8632188680398736</c:v>
                  </c:pt>
                  <c:pt idx="6">
                    <c:v>21.017000586183752</c:v>
                  </c:pt>
                  <c:pt idx="7">
                    <c:v>17.080877204367781</c:v>
                  </c:pt>
                  <c:pt idx="8">
                    <c:v>22.130627674256178</c:v>
                  </c:pt>
                  <c:pt idx="9">
                    <c:v>10.845047336632041</c:v>
                  </c:pt>
                  <c:pt idx="10">
                    <c:v>20.411076296023339</c:v>
                  </c:pt>
                  <c:pt idx="11">
                    <c:v>11.847163138764589</c:v>
                  </c:pt>
                  <c:pt idx="12">
                    <c:v>22.101042735860201</c:v>
                  </c:pt>
                  <c:pt idx="13">
                    <c:v>21.44318025935781</c:v>
                  </c:pt>
                  <c:pt idx="14">
                    <c:v>17.324875825142001</c:v>
                  </c:pt>
                  <c:pt idx="15">
                    <c:v>12.182241036772741</c:v>
                  </c:pt>
                  <c:pt idx="16">
                    <c:v>19.751585559461489</c:v>
                  </c:pt>
                  <c:pt idx="17">
                    <c:v>5.1329242127842436</c:v>
                  </c:pt>
                  <c:pt idx="18">
                    <c:v>16.416957588917391</c:v>
                  </c:pt>
                  <c:pt idx="19">
                    <c:v>12.979377391868169</c:v>
                  </c:pt>
                  <c:pt idx="20">
                    <c:v>13.484810714936801</c:v>
                  </c:pt>
                  <c:pt idx="21">
                    <c:v>7.4204707790454236</c:v>
                  </c:pt>
                  <c:pt idx="22">
                    <c:v>22.9020946929001</c:v>
                  </c:pt>
                  <c:pt idx="23">
                    <c:v>7.3055519920539069</c:v>
                  </c:pt>
                  <c:pt idx="24">
                    <c:v>25.11793236868181</c:v>
                  </c:pt>
                  <c:pt idx="25">
                    <c:v>13.68485279229998</c:v>
                  </c:pt>
                  <c:pt idx="26">
                    <c:v>16.52157563899582</c:v>
                  </c:pt>
                  <c:pt idx="27">
                    <c:v>10.52881980380913</c:v>
                  </c:pt>
                  <c:pt idx="28">
                    <c:v>24.417160173241509</c:v>
                  </c:pt>
                  <c:pt idx="29">
                    <c:v>8.4665084249368654</c:v>
                  </c:pt>
                  <c:pt idx="30">
                    <c:v>21.562113493247171</c:v>
                  </c:pt>
                  <c:pt idx="31">
                    <c:v>15.37505780048005</c:v>
                  </c:pt>
                  <c:pt idx="32">
                    <c:v>17.821850956594059</c:v>
                  </c:pt>
                  <c:pt idx="33">
                    <c:v>8.1942059521067776</c:v>
                  </c:pt>
                  <c:pt idx="34">
                    <c:v>17.626070712081411</c:v>
                  </c:pt>
                  <c:pt idx="35">
                    <c:v>6.7897582987364107</c:v>
                  </c:pt>
                  <c:pt idx="36">
                    <c:v>13.633393359786581</c:v>
                  </c:pt>
                  <c:pt idx="37">
                    <c:v>11.04453559032131</c:v>
                  </c:pt>
                  <c:pt idx="38">
                    <c:v>25.399140786488729</c:v>
                  </c:pt>
                  <c:pt idx="39">
                    <c:v>5.6933322556152737</c:v>
                  </c:pt>
                  <c:pt idx="40">
                    <c:v>25.69212407885988</c:v>
                  </c:pt>
                  <c:pt idx="41">
                    <c:v>13.38039980974383</c:v>
                  </c:pt>
                  <c:pt idx="42">
                    <c:v>15.16022186356143</c:v>
                  </c:pt>
                  <c:pt idx="43">
                    <c:v>9.7909434341131476</c:v>
                  </c:pt>
                  <c:pt idx="44">
                    <c:v>25.021409791521481</c:v>
                  </c:pt>
                  <c:pt idx="45">
                    <c:v>11.87809525407974</c:v>
                  </c:pt>
                  <c:pt idx="46">
                    <c:v>19.315416492562139</c:v>
                  </c:pt>
                  <c:pt idx="47">
                    <c:v>16.41195513583893</c:v>
                  </c:pt>
                  <c:pt idx="48">
                    <c:v>13.466326869101341</c:v>
                  </c:pt>
                  <c:pt idx="49">
                    <c:v>8.9782838382007295</c:v>
                  </c:pt>
                  <c:pt idx="50">
                    <c:v>23.368533300335059</c:v>
                  </c:pt>
                  <c:pt idx="51">
                    <c:v>16.91940848840234</c:v>
                  </c:pt>
                  <c:pt idx="52">
                    <c:v>17.93843026062822</c:v>
                  </c:pt>
                  <c:pt idx="53">
                    <c:v>12.0804000867296</c:v>
                  </c:pt>
                  <c:pt idx="54">
                    <c:v>10.474973652119809</c:v>
                  </c:pt>
                  <c:pt idx="55">
                    <c:v>12.511011467149119</c:v>
                  </c:pt>
                  <c:pt idx="56">
                    <c:v>15.22334036168137</c:v>
                  </c:pt>
                  <c:pt idx="57">
                    <c:v>8.5775865757236502</c:v>
                  </c:pt>
                  <c:pt idx="58">
                    <c:v>22.481021564410192</c:v>
                  </c:pt>
                  <c:pt idx="59">
                    <c:v>8.6175971974920422</c:v>
                  </c:pt>
                </c:numCache>
              </c:numRef>
            </c:minus>
            <c:spPr>
              <a:noFill/>
              <a:ln w="9525" cap="flat" cmpd="sng" algn="ctr">
                <a:solidFill>
                  <a:srgbClr val="A51505"/>
                </a:solidFill>
                <a:round/>
              </a:ln>
              <a:effectLst/>
            </c:spPr>
          </c:errBars>
          <c:xVal>
            <c:numRef>
              <c:f>Sheet1!$A$25:$A$84</c:f>
              <c:numCache>
                <c:formatCode>General</c:formatCode>
                <c:ptCount val="6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</c:numCache>
            </c:numRef>
          </c:xVal>
          <c:yVal>
            <c:numRef>
              <c:f>Sheet1!$B$25:$B$84</c:f>
              <c:numCache>
                <c:formatCode>General</c:formatCode>
                <c:ptCount val="60"/>
                <c:pt idx="0">
                  <c:v>94.894983383268098</c:v>
                </c:pt>
                <c:pt idx="1">
                  <c:v>32.78717570751904</c:v>
                </c:pt>
                <c:pt idx="2">
                  <c:v>68.898370298743245</c:v>
                </c:pt>
                <c:pt idx="3">
                  <c:v>20.781611767411238</c:v>
                </c:pt>
                <c:pt idx="4">
                  <c:v>79.721577531098745</c:v>
                </c:pt>
                <c:pt idx="5">
                  <c:v>14.895109670981769</c:v>
                </c:pt>
                <c:pt idx="6">
                  <c:v>50.069204346835548</c:v>
                </c:pt>
                <c:pt idx="7">
                  <c:v>38.668596819043159</c:v>
                </c:pt>
                <c:pt idx="8">
                  <c:v>79.247649639844894</c:v>
                </c:pt>
                <c:pt idx="9">
                  <c:v>27.698295132815851</c:v>
                </c:pt>
                <c:pt idx="10">
                  <c:v>58.310311776399587</c:v>
                </c:pt>
                <c:pt idx="11">
                  <c:v>29.43744167983532</c:v>
                </c:pt>
                <c:pt idx="12">
                  <c:v>70.505775818226951</c:v>
                </c:pt>
                <c:pt idx="13">
                  <c:v>38.06123250387612</c:v>
                </c:pt>
                <c:pt idx="14">
                  <c:v>61.731086957454643</c:v>
                </c:pt>
                <c:pt idx="15">
                  <c:v>29.57618078887462</c:v>
                </c:pt>
                <c:pt idx="16">
                  <c:v>60.482500833272937</c:v>
                </c:pt>
                <c:pt idx="17">
                  <c:v>12.616749154031281</c:v>
                </c:pt>
                <c:pt idx="18">
                  <c:v>42.570028677582698</c:v>
                </c:pt>
                <c:pt idx="19">
                  <c:v>27.806031031906642</c:v>
                </c:pt>
                <c:pt idx="20">
                  <c:v>46.141235643625258</c:v>
                </c:pt>
                <c:pt idx="21">
                  <c:v>25.6934156537056</c:v>
                </c:pt>
                <c:pt idx="22">
                  <c:v>66.872468566892806</c:v>
                </c:pt>
                <c:pt idx="23">
                  <c:v>30.18084680512548</c:v>
                </c:pt>
                <c:pt idx="24">
                  <c:v>86.306045527755259</c:v>
                </c:pt>
                <c:pt idx="25">
                  <c:v>38.759012092650003</c:v>
                </c:pt>
                <c:pt idx="26">
                  <c:v>57.292754882574201</c:v>
                </c:pt>
                <c:pt idx="27">
                  <c:v>38.139467559754017</c:v>
                </c:pt>
                <c:pt idx="28">
                  <c:v>55.038782005012052</c:v>
                </c:pt>
                <c:pt idx="29">
                  <c:v>32.532094889134171</c:v>
                </c:pt>
                <c:pt idx="30">
                  <c:v>56.878125318884763</c:v>
                </c:pt>
                <c:pt idx="31">
                  <c:v>40.820361447334243</c:v>
                </c:pt>
                <c:pt idx="32">
                  <c:v>82.861085435748066</c:v>
                </c:pt>
                <c:pt idx="33">
                  <c:v>30.05694874227046</c:v>
                </c:pt>
                <c:pt idx="34">
                  <c:v>76.337355540692826</c:v>
                </c:pt>
                <c:pt idx="35">
                  <c:v>21.223599971085779</c:v>
                </c:pt>
                <c:pt idx="36">
                  <c:v>36.650716793537143</c:v>
                </c:pt>
                <c:pt idx="37">
                  <c:v>18.521404600143441</c:v>
                </c:pt>
                <c:pt idx="38">
                  <c:v>57.972567054629273</c:v>
                </c:pt>
                <c:pt idx="39">
                  <c:v>9.1166355729103099</c:v>
                </c:pt>
                <c:pt idx="40">
                  <c:v>51.098614585399673</c:v>
                </c:pt>
                <c:pt idx="41">
                  <c:v>34.577066341041998</c:v>
                </c:pt>
                <c:pt idx="42">
                  <c:v>45.896633590757823</c:v>
                </c:pt>
                <c:pt idx="43">
                  <c:v>25.013730654120451</c:v>
                </c:pt>
                <c:pt idx="44">
                  <c:v>61.204037687182392</c:v>
                </c:pt>
                <c:pt idx="45">
                  <c:v>26.674836263060559</c:v>
                </c:pt>
                <c:pt idx="46">
                  <c:v>55.753699550777142</c:v>
                </c:pt>
                <c:pt idx="47">
                  <c:v>37.451805231720193</c:v>
                </c:pt>
                <c:pt idx="48">
                  <c:v>34.139837548136718</c:v>
                </c:pt>
                <c:pt idx="49">
                  <c:v>24.568711790442482</c:v>
                </c:pt>
                <c:pt idx="50">
                  <c:v>72.748162943124839</c:v>
                </c:pt>
                <c:pt idx="51">
                  <c:v>47.173605859279597</c:v>
                </c:pt>
                <c:pt idx="52">
                  <c:v>32.039497908949897</c:v>
                </c:pt>
                <c:pt idx="53">
                  <c:v>24.69284215122461</c:v>
                </c:pt>
                <c:pt idx="54">
                  <c:v>13.820195627585059</c:v>
                </c:pt>
                <c:pt idx="55">
                  <c:v>24.889464415609829</c:v>
                </c:pt>
                <c:pt idx="56">
                  <c:v>45.330567541717798</c:v>
                </c:pt>
                <c:pt idx="57">
                  <c:v>16.6341271057725</c:v>
                </c:pt>
                <c:pt idx="58">
                  <c:v>48.143850052356733</c:v>
                </c:pt>
                <c:pt idx="59">
                  <c:v>13.20289544276894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702A-4213-9403-DFD9EC907A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18842504"/>
        <c:axId val="-2118849496"/>
      </c:scatterChart>
      <c:valAx>
        <c:axId val="-2118842504"/>
        <c:scaling>
          <c:orientation val="minMax"/>
          <c:max val="65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18849496"/>
        <c:crosses val="autoZero"/>
        <c:crossBetween val="midCat"/>
      </c:valAx>
      <c:valAx>
        <c:axId val="-211884949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1884250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0EC26-7A14-4B4F-84B7-BF6A57F64F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2BEFA0-CD0C-4E52-B13B-9E9D2FD5F5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77CD2-EA17-4E5F-B3CC-9F82C09FC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908B7-9C9C-4DFF-8266-D1B8203A8937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A1E5F-C865-437C-B0F7-734A2752C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412C8-E105-41A2-8E2F-F0E9E56DD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D81CF-49BA-4EF8-9B8C-433BA43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969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4081C-4DFA-452C-BBC8-D71D82CC2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8BEDA-24E9-4FD5-ADEE-31B8E9B7C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141E9-BB30-491C-83EC-30AF50C52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908B7-9C9C-4DFF-8266-D1B8203A8937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5EE51-BD43-4CC0-B88E-D12A3CC37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5CA17-2F03-4A4A-94A1-9C36CC42D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D81CF-49BA-4EF8-9B8C-433BA43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199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00FB5-12C5-4001-9824-BD1BCA6FF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AD6221-77DF-4E97-A0C1-90A78EC5C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66BBF-B780-458B-8EDD-49A09BCCB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908B7-9C9C-4DFF-8266-D1B8203A8937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D4116-A99D-4E9A-9AD2-2800C1F9C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D5921-2358-49B3-8275-7C72A0475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D81CF-49BA-4EF8-9B8C-433BA43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339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2BCC3-0CEC-4F6F-93E2-E7412F2FC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FAEAC-A784-478B-A32C-4C87F030D4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CC963-EFE6-4DFF-B94E-39E3EFC31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1335B6-90E5-4000-8DDB-FFFB6F697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908B7-9C9C-4DFF-8266-D1B8203A8937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CA4C7E-3E5A-48FC-A973-9EC45DB51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A9064D-A589-4DD0-B1E4-56BEC3F79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D81CF-49BA-4EF8-9B8C-433BA43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066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DC8DE-4CFF-48CE-9AF3-B3E822899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CC34B1-160C-4DFB-B7DA-130C84BB8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83621F-9CC4-441C-B954-312AA99F2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38BBD1-83C8-4680-BA54-C2C0FF7852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47355B-DD78-447B-BD49-71364A6D60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D1275C-BA11-4FF0-9E55-C2353028A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908B7-9C9C-4DFF-8266-D1B8203A8937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8A24BD-9566-4E93-83FE-A4B4864F8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021A85-3CB6-49D7-B93C-D151CCDC7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D81CF-49BA-4EF8-9B8C-433BA43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119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96DED-7BB9-49D0-9E7F-A89FCCFB5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A3D7AC-3209-4F97-9BE4-F95555525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908B7-9C9C-4DFF-8266-D1B8203A8937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5DB439-4A23-4EE2-9F57-57F77E6D6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04C0D4-97A5-4F39-81C2-AFC82A7D6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D81CF-49BA-4EF8-9B8C-433BA43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292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D87DB8-2EC5-415F-B2B5-085BB0D4C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908B7-9C9C-4DFF-8266-D1B8203A8937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7F80FF-EB6F-4855-947B-1DB842C56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8D5F1-B9A0-49B7-8D2F-BC1D59655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D81CF-49BA-4EF8-9B8C-433BA43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4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5BFFD-96D4-486A-A502-2DC839FD3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B8539-7CFE-4F58-A5EC-A903321AB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FE8ECF-5256-4AB8-A6A2-AA71CA3323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4A1C83-0C4A-4335-B0E4-82A2FD078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908B7-9C9C-4DFF-8266-D1B8203A8937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D519B7-61CC-469C-83E2-B57DA9918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6DF51D-0A4E-4799-BCD0-7AE942B6E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D81CF-49BA-4EF8-9B8C-433BA43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118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6EB6A-22BF-4A42-8B8C-951FA64C9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D9C209-5D3F-4BF1-84B1-E8A52B9E23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FDD60B-50D4-4767-8779-90A3C94304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D7F050-F1B2-47D6-B22A-FD62C02E8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908B7-9C9C-4DFF-8266-D1B8203A8937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F5676C-B74D-4957-81A5-87BF39F5F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C8FFF7-2F1C-44AD-B863-E06F18426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D81CF-49BA-4EF8-9B8C-433BA43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711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2002B-C883-4C4F-A8C0-099F42FE2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C1ED25-925B-46EB-8574-0907DF8D7E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EFEDD-DE00-4163-99BF-709FEBDF6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908B7-9C9C-4DFF-8266-D1B8203A8937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602B4-4EBF-48C7-9060-513A42D29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4B8B6-BD1B-4E11-BA06-745FF436B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D81CF-49BA-4EF8-9B8C-433BA43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829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A1F763-E8B0-4B5E-81D8-AC125B889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E402DE-F838-4D11-AF6C-715CBBFAAD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CE668-C642-4A42-8D41-54C78EDBC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908B7-9C9C-4DFF-8266-D1B8203A8937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82675-4942-4A0B-BCDE-E72CB042A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482F9-3A34-4078-885F-197EF39E2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D81CF-49BA-4EF8-9B8C-433BA43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409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2AF26E-F729-4D50-9FEF-A7F733FED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23E5B5-9A79-4D2E-BAAE-610516D4A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E0B73-91BD-448E-81DB-182F5D1636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908B7-9C9C-4DFF-8266-D1B8203A8937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0B4E8-322E-4AC1-B940-3C4BE7AA8B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AF7DF-F76A-4B01-B890-E268CC0304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AD81CF-49BA-4EF8-9B8C-433BA43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878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EA5402C-5925-4CCE-A800-38930C1C3F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4307481"/>
              </p:ext>
            </p:extLst>
          </p:nvPr>
        </p:nvGraphicFramePr>
        <p:xfrm>
          <a:off x="2923521" y="1237648"/>
          <a:ext cx="7972568" cy="19618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9CE8AD4-BEBF-4EF6-AE08-36F171C5FDEE}"/>
              </a:ext>
            </a:extLst>
          </p:cNvPr>
          <p:cNvSpPr txBox="1"/>
          <p:nvPr/>
        </p:nvSpPr>
        <p:spPr>
          <a:xfrm>
            <a:off x="4715607" y="2997734"/>
            <a:ext cx="1408786" cy="23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38" dirty="0">
                <a:ea typeface="Arial" charset="0"/>
                <a:cs typeface="Arial" charset="0"/>
              </a:rPr>
              <a:t>Saline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D1E4FF-FCD6-4B8C-967F-1F9CFB5319C6}"/>
              </a:ext>
            </a:extLst>
          </p:cNvPr>
          <p:cNvSpPr txBox="1"/>
          <p:nvPr/>
        </p:nvSpPr>
        <p:spPr>
          <a:xfrm>
            <a:off x="7749046" y="2997734"/>
            <a:ext cx="1060411" cy="23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38" dirty="0">
                <a:ea typeface="Arial" charset="0"/>
                <a:cs typeface="Arial" charset="0"/>
              </a:rPr>
              <a:t>SKF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FEE84DA-D0F4-44A6-A826-BC2CE7A3F9D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8365150"/>
              </p:ext>
            </p:extLst>
          </p:nvPr>
        </p:nvGraphicFramePr>
        <p:xfrm>
          <a:off x="3071004" y="3454619"/>
          <a:ext cx="8447438" cy="31159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9408E17-4042-4FF0-B581-BD6D1D831A79}"/>
              </a:ext>
            </a:extLst>
          </p:cNvPr>
          <p:cNvSpPr txBox="1"/>
          <p:nvPr/>
        </p:nvSpPr>
        <p:spPr>
          <a:xfrm>
            <a:off x="4749406" y="1006506"/>
            <a:ext cx="8415690" cy="300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6" u="sng" dirty="0"/>
              <a:t>fM14 x D1Rcre response to SKF81297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138832-E04F-4571-86F3-67E648BCCAA8}"/>
              </a:ext>
            </a:extLst>
          </p:cNvPr>
          <p:cNvSpPr txBox="1"/>
          <p:nvPr/>
        </p:nvSpPr>
        <p:spPr>
          <a:xfrm>
            <a:off x="10249573" y="3836391"/>
            <a:ext cx="2242308" cy="370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4" dirty="0">
                <a:solidFill>
                  <a:schemeClr val="accent1"/>
                </a:solidFill>
              </a:rPr>
              <a:t>Ctrl (n = 7)   </a:t>
            </a:r>
          </a:p>
          <a:p>
            <a:r>
              <a:rPr lang="en-US" sz="904" dirty="0">
                <a:solidFill>
                  <a:srgbClr val="C00000"/>
                </a:solidFill>
              </a:rPr>
              <a:t>Exp (n = 8)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7D50DC-6494-4B58-A36B-5164CB31F33F}"/>
              </a:ext>
            </a:extLst>
          </p:cNvPr>
          <p:cNvSpPr txBox="1"/>
          <p:nvPr/>
        </p:nvSpPr>
        <p:spPr>
          <a:xfrm>
            <a:off x="10246854" y="4122296"/>
            <a:ext cx="2062595" cy="339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4" dirty="0"/>
              <a:t>Open: SAL</a:t>
            </a:r>
          </a:p>
          <a:p>
            <a:r>
              <a:rPr lang="en-US" sz="804" dirty="0"/>
              <a:t>Closed: COC</a:t>
            </a:r>
          </a:p>
        </p:txBody>
      </p:sp>
    </p:spTree>
    <p:extLst>
      <p:ext uri="{BB962C8B-B14F-4D97-AF65-F5344CB8AC3E}">
        <p14:creationId xmlns:p14="http://schemas.microsoft.com/office/powerpoint/2010/main" val="709424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26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</dc:creator>
  <cp:lastModifiedBy>SZY</cp:lastModifiedBy>
  <cp:revision>2</cp:revision>
  <dcterms:created xsi:type="dcterms:W3CDTF">2020-03-05T19:34:44Z</dcterms:created>
  <dcterms:modified xsi:type="dcterms:W3CDTF">2020-03-06T02:41:49Z</dcterms:modified>
</cp:coreProperties>
</file>